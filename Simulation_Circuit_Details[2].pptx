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0855A-595C-4966-AFBC-947218D3DF4E}" v="12" dt="2026-02-13T00:18:5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Vamsi Pokala" userId="db5f57081efb9d5c" providerId="LiveId" clId="{E01672E7-4A4A-42C6-BE92-C0B527C741B0}"/>
    <pc:docChg chg="undo custSel addSld modSld">
      <pc:chgData name="Bharath Vamsi Pokala" userId="db5f57081efb9d5c" providerId="LiveId" clId="{E01672E7-4A4A-42C6-BE92-C0B527C741B0}" dt="2026-02-13T00:19:30.575" v="274" actId="1076"/>
      <pc:docMkLst>
        <pc:docMk/>
      </pc:docMkLst>
      <pc:sldChg chg="addSp delSp modSp new mod">
        <pc:chgData name="Bharath Vamsi Pokala" userId="db5f57081efb9d5c" providerId="LiveId" clId="{E01672E7-4A4A-42C6-BE92-C0B527C741B0}" dt="2026-02-13T00:19:30.575" v="274" actId="1076"/>
        <pc:sldMkLst>
          <pc:docMk/>
          <pc:sldMk cId="1764953479" sldId="257"/>
        </pc:sldMkLst>
        <pc:spChg chg="del">
          <ac:chgData name="Bharath Vamsi Pokala" userId="db5f57081efb9d5c" providerId="LiveId" clId="{E01672E7-4A4A-42C6-BE92-C0B527C741B0}" dt="2026-02-13T00:11:12.162" v="1" actId="478"/>
          <ac:spMkLst>
            <pc:docMk/>
            <pc:sldMk cId="1764953479" sldId="257"/>
            <ac:spMk id="2" creationId="{377E0F96-9EE5-6AEF-CE6A-32E1597B604A}"/>
          </ac:spMkLst>
        </pc:spChg>
        <pc:spChg chg="del">
          <ac:chgData name="Bharath Vamsi Pokala" userId="db5f57081efb9d5c" providerId="LiveId" clId="{E01672E7-4A4A-42C6-BE92-C0B527C741B0}" dt="2026-02-13T00:11:12.162" v="1" actId="478"/>
          <ac:spMkLst>
            <pc:docMk/>
            <pc:sldMk cId="1764953479" sldId="257"/>
            <ac:spMk id="3" creationId="{9C0E9476-8617-3E74-FB66-A60754441C21}"/>
          </ac:spMkLst>
        </pc:spChg>
        <pc:spChg chg="add mod">
          <ac:chgData name="Bharath Vamsi Pokala" userId="db5f57081efb9d5c" providerId="LiveId" clId="{E01672E7-4A4A-42C6-BE92-C0B527C741B0}" dt="2026-02-13T00:13:05.857" v="64" actId="1076"/>
          <ac:spMkLst>
            <pc:docMk/>
            <pc:sldMk cId="1764953479" sldId="257"/>
            <ac:spMk id="6" creationId="{B757C489-08FD-9076-8E9D-3EE33C671CFC}"/>
          </ac:spMkLst>
        </pc:spChg>
        <pc:spChg chg="add del mod">
          <ac:chgData name="Bharath Vamsi Pokala" userId="db5f57081efb9d5c" providerId="LiveId" clId="{E01672E7-4A4A-42C6-BE92-C0B527C741B0}" dt="2026-02-13T00:13:28.270" v="74"/>
          <ac:spMkLst>
            <pc:docMk/>
            <pc:sldMk cId="1764953479" sldId="257"/>
            <ac:spMk id="7" creationId="{85BDD15D-156A-5F77-B96F-221249E97A02}"/>
          </ac:spMkLst>
        </pc:spChg>
        <pc:spChg chg="add del mod">
          <ac:chgData name="Bharath Vamsi Pokala" userId="db5f57081efb9d5c" providerId="LiveId" clId="{E01672E7-4A4A-42C6-BE92-C0B527C741B0}" dt="2026-02-13T00:13:28.280" v="76"/>
          <ac:spMkLst>
            <pc:docMk/>
            <pc:sldMk cId="1764953479" sldId="257"/>
            <ac:spMk id="8" creationId="{E70A0E37-3EF0-ADF3-699C-C0A3E4CCC6C9}"/>
          </ac:spMkLst>
        </pc:spChg>
        <pc:spChg chg="add del mod">
          <ac:chgData name="Bharath Vamsi Pokala" userId="db5f57081efb9d5c" providerId="LiveId" clId="{E01672E7-4A4A-42C6-BE92-C0B527C741B0}" dt="2026-02-13T00:13:28.280" v="78"/>
          <ac:spMkLst>
            <pc:docMk/>
            <pc:sldMk cId="1764953479" sldId="257"/>
            <ac:spMk id="9" creationId="{F26AA87C-D566-64D3-CF34-D939CDADB9B9}"/>
          </ac:spMkLst>
        </pc:spChg>
        <pc:spChg chg="add del mod">
          <ac:chgData name="Bharath Vamsi Pokala" userId="db5f57081efb9d5c" providerId="LiveId" clId="{E01672E7-4A4A-42C6-BE92-C0B527C741B0}" dt="2026-02-13T00:13:28.290" v="80"/>
          <ac:spMkLst>
            <pc:docMk/>
            <pc:sldMk cId="1764953479" sldId="257"/>
            <ac:spMk id="10" creationId="{DA2EDE32-9CD2-FF6E-36EF-9A24D5780A67}"/>
          </ac:spMkLst>
        </pc:spChg>
        <pc:spChg chg="add del mod">
          <ac:chgData name="Bharath Vamsi Pokala" userId="db5f57081efb9d5c" providerId="LiveId" clId="{E01672E7-4A4A-42C6-BE92-C0B527C741B0}" dt="2026-02-13T00:13:28.290" v="82"/>
          <ac:spMkLst>
            <pc:docMk/>
            <pc:sldMk cId="1764953479" sldId="257"/>
            <ac:spMk id="11" creationId="{CD3556D0-4F1A-D1BC-F42A-75373C385552}"/>
          </ac:spMkLst>
        </pc:spChg>
        <pc:spChg chg="add del mod">
          <ac:chgData name="Bharath Vamsi Pokala" userId="db5f57081efb9d5c" providerId="LiveId" clId="{E01672E7-4A4A-42C6-BE92-C0B527C741B0}" dt="2026-02-13T00:13:28.290" v="84"/>
          <ac:spMkLst>
            <pc:docMk/>
            <pc:sldMk cId="1764953479" sldId="257"/>
            <ac:spMk id="12" creationId="{0C3B4A32-F12E-D18F-6CF5-7561F82318E6}"/>
          </ac:spMkLst>
        </pc:spChg>
        <pc:spChg chg="add del mod">
          <ac:chgData name="Bharath Vamsi Pokala" userId="db5f57081efb9d5c" providerId="LiveId" clId="{E01672E7-4A4A-42C6-BE92-C0B527C741B0}" dt="2026-02-13T00:13:28.295" v="86"/>
          <ac:spMkLst>
            <pc:docMk/>
            <pc:sldMk cId="1764953479" sldId="257"/>
            <ac:spMk id="13" creationId="{3169EB26-36F4-AFBE-5D72-EDE1C7D3BCBB}"/>
          </ac:spMkLst>
        </pc:spChg>
        <pc:spChg chg="add del mod">
          <ac:chgData name="Bharath Vamsi Pokala" userId="db5f57081efb9d5c" providerId="LiveId" clId="{E01672E7-4A4A-42C6-BE92-C0B527C741B0}" dt="2026-02-13T00:13:33.987" v="89"/>
          <ac:spMkLst>
            <pc:docMk/>
            <pc:sldMk cId="1764953479" sldId="257"/>
            <ac:spMk id="14" creationId="{894AD2A2-5E69-1610-0D5E-504C6A933CBF}"/>
          </ac:spMkLst>
        </pc:spChg>
        <pc:spChg chg="add del mod">
          <ac:chgData name="Bharath Vamsi Pokala" userId="db5f57081efb9d5c" providerId="LiveId" clId="{E01672E7-4A4A-42C6-BE92-C0B527C741B0}" dt="2026-02-13T00:14:57.211" v="194" actId="21"/>
          <ac:spMkLst>
            <pc:docMk/>
            <pc:sldMk cId="1764953479" sldId="257"/>
            <ac:spMk id="15" creationId="{1F1B50EA-80B8-8492-0B54-3D935B922790}"/>
          </ac:spMkLst>
        </pc:spChg>
        <pc:spChg chg="add mod">
          <ac:chgData name="Bharath Vamsi Pokala" userId="db5f57081efb9d5c" providerId="LiveId" clId="{E01672E7-4A4A-42C6-BE92-C0B527C741B0}" dt="2026-02-13T00:17:52.605" v="248" actId="20577"/>
          <ac:spMkLst>
            <pc:docMk/>
            <pc:sldMk cId="1764953479" sldId="257"/>
            <ac:spMk id="18" creationId="{AACD4520-82F7-1224-A850-3A5FBB84C1B3}"/>
          </ac:spMkLst>
        </pc:spChg>
        <pc:spChg chg="add mod">
          <ac:chgData name="Bharath Vamsi Pokala" userId="db5f57081efb9d5c" providerId="LiveId" clId="{E01672E7-4A4A-42C6-BE92-C0B527C741B0}" dt="2026-02-13T00:19:30.575" v="274" actId="1076"/>
          <ac:spMkLst>
            <pc:docMk/>
            <pc:sldMk cId="1764953479" sldId="257"/>
            <ac:spMk id="21" creationId="{F4AE2992-ED92-8C39-E844-E77239A74B2C}"/>
          </ac:spMkLst>
        </pc:spChg>
        <pc:picChg chg="add mod">
          <ac:chgData name="Bharath Vamsi Pokala" userId="db5f57081efb9d5c" providerId="LiveId" clId="{E01672E7-4A4A-42C6-BE92-C0B527C741B0}" dt="2026-02-13T00:15:36.298" v="197" actId="14100"/>
          <ac:picMkLst>
            <pc:docMk/>
            <pc:sldMk cId="1764953479" sldId="257"/>
            <ac:picMk id="5" creationId="{FCEF97D2-5FAD-3E3C-52B8-52D311829017}"/>
          </ac:picMkLst>
        </pc:picChg>
        <pc:picChg chg="add mod">
          <ac:chgData name="Bharath Vamsi Pokala" userId="db5f57081efb9d5c" providerId="LiveId" clId="{E01672E7-4A4A-42C6-BE92-C0B527C741B0}" dt="2026-02-13T00:17:32.447" v="246" actId="14100"/>
          <ac:picMkLst>
            <pc:docMk/>
            <pc:sldMk cId="1764953479" sldId="257"/>
            <ac:picMk id="17" creationId="{B0DCCCDF-CADA-A711-11BE-08AD175542B3}"/>
          </ac:picMkLst>
        </pc:picChg>
        <pc:picChg chg="add mod">
          <ac:chgData name="Bharath Vamsi Pokala" userId="db5f57081efb9d5c" providerId="LiveId" clId="{E01672E7-4A4A-42C6-BE92-C0B527C741B0}" dt="2026-02-13T00:19:26.153" v="273" actId="1076"/>
          <ac:picMkLst>
            <pc:docMk/>
            <pc:sldMk cId="1764953479" sldId="257"/>
            <ac:picMk id="20" creationId="{CD4ED295-75C3-CE2B-B1A1-751CBA0193FC}"/>
          </ac:picMkLst>
        </pc:picChg>
      </pc:sldChg>
      <pc:sldChg chg="new">
        <pc:chgData name="Bharath Vamsi Pokala" userId="db5f57081efb9d5c" providerId="LiveId" clId="{E01672E7-4A4A-42C6-BE92-C0B527C741B0}" dt="2026-02-13T00:11:40.610" v="5" actId="680"/>
        <pc:sldMkLst>
          <pc:docMk/>
          <pc:sldMk cId="2828252334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6F9F-F464-8B60-0016-6F4E2F6BD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A8C33-CDD9-47B4-C6FC-23BDEFE5D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16D63-EFAE-04F0-62F2-91E1B864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16FCA-9759-83D5-B4BD-3F11160A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5954-BB1B-E890-FEBF-8312E0D9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4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2ABB-FD2B-AEDE-BDFB-D97CE09E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48724-3A83-A97D-48E1-718446F2C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DB25-50E9-3EC2-AAD7-88A031E8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D7713-783B-C465-AD12-5230B18A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6AF76-E40F-48B5-16E9-D1573CA2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457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7687-F811-4174-6FFB-0F7BEFA0B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10724-507C-3D19-F59F-ED75C5A1A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5B531-3A28-7F49-E3C7-6F49A8D5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B8CD8-EBB9-9451-2D5E-F2C7475B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9896-27FE-BA9D-DCCA-CCDDC406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74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E7C9-4932-5FAD-3036-FC19E24E8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EB0E-50CC-2AFF-D49E-B9BD33E6D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EBB31-6026-AE26-6C2D-41217144A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2064A-26CC-7E6B-430E-21460D61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F009E-B181-112C-B327-C8E0ED06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3AA4F-96EF-9EE3-8BB3-53EABA50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2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7026-5406-05F0-CD2E-16CE32B2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6F72C-E36D-2CB2-8995-8080BFEA9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D3387-3BB1-7DCE-4100-98FE07CB7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08DB7-A49C-8FD9-9EA1-DAF5AF5E0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8542D-C217-3F96-97B0-A42AE435A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C088F-4DDE-C812-2BC7-56C42D47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BFB91-74E5-92A9-1580-1A390B9C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09868-F4CD-1E89-091D-729384A0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15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D1F6-D96C-F618-01E9-A0F4D822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9D316-F239-53E7-DCEB-5698F469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E910A-C8DB-FD70-83C0-ECD4C843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1FF74-0C0B-1D1E-BBB3-A7C6C5AE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3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DC7AD-B352-C711-6F65-47CD84BE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B9C85-97DC-3E4B-C778-E416DD3A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FCA07-09CB-B7A8-F34B-84B04A78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7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86B6-865C-18F3-AE16-3B3A4BCF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FB61-5AAE-C524-EC55-D0FE7C498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B6DD3-56FE-AAAC-6128-8043CFD54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5FC3D-D2CF-0DE6-DED6-40CBD6D2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0746E-9E13-A00B-70C7-6E1BA793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7A81C-0F1A-DB4B-2C7A-2D7B172A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5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D3BD-3FEB-A5C6-07A3-D39633E4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68225D-FF2D-9335-69A9-1CA005840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93CD5-6711-E301-B354-1404BC9BF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68E90-7D8F-C9C9-1EEA-69384BE42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A9BD3-1F16-2022-3AC0-2DB9DE03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BC2F7-9C39-2C45-DD7A-623165F0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18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22C6-4B1F-1F6D-E4B2-36B201CC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2B828-3449-6C0A-2251-549BDBB79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98F0-E55E-9A45-F2E1-73143E62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A978-D056-F678-1646-50396508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4BE6-4EC5-C8CA-0AC3-6695D675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6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B36DB-F31A-8D52-C35F-46451B76A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5745E-B0F9-F50F-389B-B95896855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963F6-5F0B-5B41-D5C2-F6AAC910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61D84-EBDD-67D8-B28C-60F466ED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BC75F-D944-3E76-29E6-093A1443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33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A251F-76B9-BEA4-9DA1-828949F2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CDBB8-9DF7-7969-705E-F5A2D82B6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0D4BA-431A-F44E-428D-B2E25BD3E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DC25-9341-474B-84D0-93A660891EE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638BA-32F6-5D9C-9A66-9769DC205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A765-60C9-F7BD-480C-6C53AD085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D2337-D543-42DE-BA45-F8392604B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5D534-46E4-5DE8-2F39-DE5013EB8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7" y="1012940"/>
            <a:ext cx="10888966" cy="53555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7D92B5-BFD1-ACBB-8B95-3B445D420090}"/>
              </a:ext>
            </a:extLst>
          </p:cNvPr>
          <p:cNvSpPr txBox="1"/>
          <p:nvPr/>
        </p:nvSpPr>
        <p:spPr>
          <a:xfrm>
            <a:off x="761999" y="489466"/>
            <a:ext cx="697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Simulation Diagram Details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E121E-1B56-EA92-27C9-A389AABCF5B1}"/>
              </a:ext>
            </a:extLst>
          </p:cNvPr>
          <p:cNvSpPr txBox="1"/>
          <p:nvPr/>
        </p:nvSpPr>
        <p:spPr>
          <a:xfrm>
            <a:off x="2656114" y="1749193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PUSH BUTTON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02FBFD-F80E-FCFE-FF8F-6465FEFE23E9}"/>
              </a:ext>
            </a:extLst>
          </p:cNvPr>
          <p:cNvSpPr txBox="1"/>
          <p:nvPr/>
        </p:nvSpPr>
        <p:spPr>
          <a:xfrm>
            <a:off x="1774371" y="4462477"/>
            <a:ext cx="2329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Knob-controlled variable resistor (linear potentiometer)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53B24-26F9-2B22-C23C-0CEEAA37DF4B}"/>
              </a:ext>
            </a:extLst>
          </p:cNvPr>
          <p:cNvSpPr txBox="1"/>
          <p:nvPr/>
        </p:nvSpPr>
        <p:spPr>
          <a:xfrm>
            <a:off x="6379032" y="5000833"/>
            <a:ext cx="3418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Integrated sensor with 3-axis accelerometer, 3-axis gyroscope and a temperature sensor with I2C interface.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EBE80C-9058-2731-5667-5F34B39BDE71}"/>
              </a:ext>
            </a:extLst>
          </p:cNvPr>
          <p:cNvSpPr txBox="1"/>
          <p:nvPr/>
        </p:nvSpPr>
        <p:spPr>
          <a:xfrm>
            <a:off x="9274629" y="1529559"/>
            <a:ext cx="2611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Monochrome 128x64 OLED display with I2C interface</a:t>
            </a:r>
          </a:p>
          <a:p>
            <a:br>
              <a:rPr lang="en-US"/>
            </a:b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AC2AC-9528-05B3-8D69-9BE5D05FF88E}"/>
              </a:ext>
            </a:extLst>
          </p:cNvPr>
          <p:cNvSpPr txBox="1"/>
          <p:nvPr/>
        </p:nvSpPr>
        <p:spPr>
          <a:xfrm>
            <a:off x="5410199" y="1529559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ESP32 Driver Board</a:t>
            </a:r>
          </a:p>
        </p:txBody>
      </p:sp>
    </p:spTree>
    <p:extLst>
      <p:ext uri="{BB962C8B-B14F-4D97-AF65-F5344CB8AC3E}">
        <p14:creationId xmlns:p14="http://schemas.microsoft.com/office/powerpoint/2010/main" val="3287570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F97D2-5FAD-3E3C-52B8-52D31182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14" y="990599"/>
            <a:ext cx="10919115" cy="3004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57C489-08FD-9076-8E9D-3EE33C671CFC}"/>
              </a:ext>
            </a:extLst>
          </p:cNvPr>
          <p:cNvSpPr txBox="1"/>
          <p:nvPr/>
        </p:nvSpPr>
        <p:spPr>
          <a:xfrm>
            <a:off x="609599" y="391885"/>
            <a:ext cx="5257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MPU6050 Accelerometer+ Gyroscope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DCCCDF-CADA-A711-11BE-08AD17554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14" y="4395793"/>
            <a:ext cx="3963143" cy="23098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CD4520-82F7-1224-A850-3A5FBB84C1B3}"/>
              </a:ext>
            </a:extLst>
          </p:cNvPr>
          <p:cNvSpPr txBox="1"/>
          <p:nvPr/>
        </p:nvSpPr>
        <p:spPr>
          <a:xfrm>
            <a:off x="609599" y="4026461"/>
            <a:ext cx="164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LCD output: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4ED295-75C3-CE2B-B1A1-751CBA019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885" y="4548191"/>
            <a:ext cx="2496413" cy="21837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AE2992-ED92-8C39-E844-E77239A74B2C}"/>
              </a:ext>
            </a:extLst>
          </p:cNvPr>
          <p:cNvSpPr txBox="1"/>
          <p:nvPr/>
        </p:nvSpPr>
        <p:spPr>
          <a:xfrm>
            <a:off x="5208442" y="4086958"/>
            <a:ext cx="148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LCD output</a:t>
            </a:r>
          </a:p>
        </p:txBody>
      </p:sp>
    </p:spTree>
    <p:extLst>
      <p:ext uri="{BB962C8B-B14F-4D97-AF65-F5344CB8AC3E}">
        <p14:creationId xmlns:p14="http://schemas.microsoft.com/office/powerpoint/2010/main" val="176495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054B-CFB8-42C0-3FC1-F43E6A0B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2B02A-C4A0-C535-83BA-9052E6FFA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25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Vamsi Pokala</dc:creator>
  <cp:lastModifiedBy>Bharath Vamsi Pokala</cp:lastModifiedBy>
  <cp:revision>1</cp:revision>
  <dcterms:created xsi:type="dcterms:W3CDTF">2026-02-12T23:48:44Z</dcterms:created>
  <dcterms:modified xsi:type="dcterms:W3CDTF">2026-02-13T00:19:35Z</dcterms:modified>
</cp:coreProperties>
</file>